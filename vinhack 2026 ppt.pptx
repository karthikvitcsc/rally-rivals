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stotelica Pro" panose="020B0604020202020204" charset="0"/>
      <p:regular r:id="rId8"/>
    </p:embeddedFont>
    <p:embeddedFont>
      <p:font typeface="Aristotelica Pro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ahul Karthick" userId="7f0848a5019b59ab" providerId="LiveId" clId="{0C4D23F1-9536-4EF7-9A2E-CB753A3385C0}"/>
    <pc:docChg chg="modSld">
      <pc:chgData name="Raahul Karthick" userId="7f0848a5019b59ab" providerId="LiveId" clId="{0C4D23F1-9536-4EF7-9A2E-CB753A3385C0}" dt="2026-09-18T21:06:53.551" v="0" actId="5793"/>
      <pc:docMkLst>
        <pc:docMk/>
      </pc:docMkLst>
      <pc:sldChg chg="modSp mod">
        <pc:chgData name="Raahul Karthick" userId="7f0848a5019b59ab" providerId="LiveId" clId="{0C4D23F1-9536-4EF7-9A2E-CB753A3385C0}" dt="2026-09-18T21:06:53.551" v="0" actId="5793"/>
        <pc:sldMkLst>
          <pc:docMk/>
          <pc:sldMk cId="0" sldId="261"/>
        </pc:sldMkLst>
        <pc:spChg chg="mod">
          <ac:chgData name="Raahul Karthick" userId="7f0848a5019b59ab" providerId="LiveId" clId="{0C4D23F1-9536-4EF7-9A2E-CB753A3385C0}" dt="2026-09-18T21:06:53.551" v="0" actId="5793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377654" y="4596466"/>
            <a:ext cx="12718373" cy="357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chemeClr val="tx1">
                    <a:lumMod val="95000"/>
                    <a:lumOff val="5000"/>
                  </a:scheme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Team Name-Drag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chemeClr val="tx1">
                    <a:lumMod val="95000"/>
                    <a:lumOff val="5000"/>
                  </a:scheme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Project Name-</a:t>
            </a:r>
            <a:r>
              <a:rPr lang="en-US" sz="2499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RallyRivals</a:t>
            </a:r>
            <a:endParaRPr lang="en-US" sz="2499" dirty="0">
              <a:solidFill>
                <a:schemeClr val="tx1">
                  <a:lumMod val="95000"/>
                  <a:lumOff val="5000"/>
                </a:schemeClr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chemeClr val="tx1">
                    <a:lumMod val="95000"/>
                    <a:lumOff val="5000"/>
                  </a:scheme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Selected Theme-Entertainment Reimagined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chemeClr val="tx1">
                    <a:lumMod val="95000"/>
                    <a:lumOff val="5000"/>
                  </a:schemeClr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Type: Software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stotelica Pro" panose="020B0604020202020204" charset="0"/>
                <a:cs typeface="Aristotelica Pro" panose="020B0604020202020204" charset="0"/>
              </a:rPr>
              <a:t>A browser-based, motion-controlled 3D tennis game turning any laptop into a virtual arcade using smartphones as wireless motion controllers</a:t>
            </a:r>
            <a:r>
              <a:rPr lang="en-US" sz="2400" dirty="0">
                <a:solidFill>
                  <a:srgbClr val="94A3B8"/>
                </a:solidFill>
                <a:latin typeface="Plus Jakarta Sans"/>
              </a:rPr>
              <a:t>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Team Members: Karthik Kannan | Raahul Karthick Saravana Selvam 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536285" y="4551059"/>
            <a:ext cx="13564529" cy="222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The cost of consoles like VR and Wii is expensive and we overcome this problem.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Gamers who can’t </a:t>
            </a:r>
            <a:r>
              <a:rPr lang="en-US" sz="2499" dirty="0" err="1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affored</a:t>
            </a: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consoles like VR and Wii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The UI ,graphics of the game and the mechanics for the game can be improved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Consoles are expensive and we made a accessible alternative</a:t>
            </a: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36285" y="3560459"/>
            <a:ext cx="513993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THE PROBLEM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456097" y="4628442"/>
            <a:ext cx="13564529" cy="267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We are using our mobile as controller and reducing the cost of gaming.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Connecting gyroscopic controls from your phone to the game using </a:t>
            </a:r>
            <a:r>
              <a:rPr lang="en-US" sz="2499" dirty="0" err="1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websocket</a:t>
            </a: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API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Affordability and accessibility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  <a:p>
            <a:pPr algn="ctr">
              <a:lnSpc>
                <a:spcPts val="3499"/>
              </a:lnSpc>
            </a:pP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56097" y="3633417"/>
            <a:ext cx="526152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THE SOLUTION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E38383-4342-2F99-C8D0-B5DA49011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0237" y="6110864"/>
            <a:ext cx="6634163" cy="36215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045483" y="3639366"/>
            <a:ext cx="64245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USER EXPERIENCE</a:t>
            </a:r>
          </a:p>
        </p:txBody>
      </p:sp>
      <p:sp>
        <p:nvSpPr>
          <p:cNvPr id="9" name="Freeform 9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" t="-655" b="-65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66717" y="4849041"/>
            <a:ext cx="13564529" cy="88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Scan QR  → Connect Phone  → Play game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Easier access through QR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250176" y="4106667"/>
            <a:ext cx="13564529" cy="174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endParaRPr lang="en-IN" dirty="0"/>
          </a:p>
          <a:p>
            <a:pPr marL="539749" lvl="1" indent="-269875">
              <a:buFont typeface="Arial"/>
              <a:buChar char="•"/>
            </a:pPr>
            <a:r>
              <a:rPr lang="en-IN" sz="2800" dirty="0">
                <a:latin typeface="Aristotelica Pro" panose="020B0604020202020204" charset="0"/>
                <a:cs typeface="Aristotelica Pro" panose="020B0604020202020204" charset="0"/>
              </a:rPr>
              <a:t>Captures motion data via built-in sensors (accelerometer &amp; gyroscope).</a:t>
            </a:r>
            <a:endParaRPr lang="en-US" sz="2499" dirty="0">
              <a:solidFill>
                <a:srgbClr val="000000"/>
              </a:solidFill>
              <a:latin typeface="Aristotelica Pro" panose="020B0604020202020204" charset="0"/>
              <a:ea typeface="Aristotelica Pro"/>
              <a:cs typeface="Aristotelica Pro" panose="020B0604020202020204" charset="0"/>
              <a:sym typeface="Aristotelica Pro"/>
            </a:endParaRPr>
          </a:p>
          <a:p>
            <a:pPr marL="539749" lvl="1" indent="-269875">
              <a:buFont typeface="Arial"/>
              <a:buChar char="•"/>
            </a:pPr>
            <a:r>
              <a:rPr lang="en-IN" sz="2800" dirty="0">
                <a:latin typeface="Aristotelica Pro" panose="020B0604020202020204" charset="0"/>
                <a:cs typeface="Aristotelica Pro" panose="020B0604020202020204" charset="0"/>
              </a:rPr>
              <a:t>WebSocket pairs instantly via QR code and streams low-latency motion packets.</a:t>
            </a:r>
          </a:p>
          <a:p>
            <a:pPr marL="539749" lvl="1" indent="-269875">
              <a:buFont typeface="Arial"/>
              <a:buChar char="•"/>
            </a:pPr>
            <a:r>
              <a:rPr lang="en-IN" sz="2800" dirty="0">
                <a:latin typeface="Aristotelica Pro" panose="020B0604020202020204" charset="0"/>
                <a:cs typeface="Aristotelica Pro" panose="020B0604020202020204" charset="0"/>
              </a:rPr>
              <a:t>Processes physics and renders the live 3D tennis match in WebGL</a:t>
            </a:r>
            <a:endParaRPr lang="en-US" sz="2499" dirty="0">
              <a:solidFill>
                <a:srgbClr val="000000"/>
              </a:solidFill>
              <a:latin typeface="Aristotelica Pro" panose="020B0604020202020204" charset="0"/>
              <a:ea typeface="Aristotelica Pro"/>
              <a:cs typeface="Aristotelica Pro" panose="020B0604020202020204" charset="0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66325" y="3573267"/>
            <a:ext cx="55776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HOW IT WORKS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041177" y="5075006"/>
            <a:ext cx="13564529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buFont typeface="Arial"/>
              <a:buChar char="•"/>
            </a:pPr>
            <a:r>
              <a:rPr lang="en-IN" sz="2800" dirty="0"/>
              <a:t>Zero-Hardware Installation and instant QR pairing make it unique.</a:t>
            </a:r>
          </a:p>
          <a:p>
            <a:pPr marL="539749" lvl="1" indent="-269875">
              <a:buFont typeface="Arial"/>
              <a:buChar char="•"/>
            </a:pPr>
            <a:r>
              <a:rPr lang="en-IN" sz="2800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Replaces screen gaming with active physical movement.</a:t>
            </a:r>
          </a:p>
          <a:p>
            <a:pPr marL="539749" lvl="1" indent="-269875">
              <a:buFont typeface="Arial"/>
              <a:buChar char="•"/>
            </a:pPr>
            <a:r>
              <a:rPr lang="en-IN" sz="2800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Can be expanded to  many other games like bowling , table tennis , etc.</a:t>
            </a:r>
          </a:p>
          <a:p>
            <a:pPr marL="269874" lvl="1"/>
            <a:r>
              <a:rPr lang="en-IN" sz="2800" dirty="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</a:t>
            </a:r>
            <a:endParaRPr lang="en-US" sz="2499" dirty="0">
              <a:solidFill>
                <a:srgbClr val="000000"/>
              </a:solidFill>
              <a:latin typeface="Aristotelica Pro"/>
              <a:ea typeface="Aristotelica Pro"/>
              <a:cs typeface="Aristotelica Pro"/>
              <a:sym typeface="Aristotelic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55284" y="3785281"/>
            <a:ext cx="1157743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NOVELTY, IMPACT &amp; SCALABILITY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8815" y="1492060"/>
            <a:ext cx="2435805" cy="657704"/>
          </a:xfrm>
          <a:custGeom>
            <a:avLst/>
            <a:gdLst/>
            <a:ahLst/>
            <a:cxnLst/>
            <a:rect l="l" t="t" r="r" b="b"/>
            <a:pathLst>
              <a:path w="2435805" h="657704">
                <a:moveTo>
                  <a:pt x="0" y="0"/>
                </a:moveTo>
                <a:lnTo>
                  <a:pt x="2435805" y="0"/>
                </a:lnTo>
                <a:lnTo>
                  <a:pt x="2435805" y="657704"/>
                </a:lnTo>
                <a:lnTo>
                  <a:pt x="0" y="65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" t="-655" b="-65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79580" y="1492060"/>
            <a:ext cx="2326125" cy="741604"/>
          </a:xfrm>
          <a:custGeom>
            <a:avLst/>
            <a:gdLst/>
            <a:ahLst/>
            <a:cxnLst/>
            <a:rect l="l" t="t" r="r" b="b"/>
            <a:pathLst>
              <a:path w="2326125" h="741604">
                <a:moveTo>
                  <a:pt x="0" y="0"/>
                </a:moveTo>
                <a:lnTo>
                  <a:pt x="2326126" y="0"/>
                </a:lnTo>
                <a:lnTo>
                  <a:pt x="2326126" y="741604"/>
                </a:lnTo>
                <a:lnTo>
                  <a:pt x="0" y="741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577" y="185376"/>
            <a:ext cx="4580845" cy="1306684"/>
          </a:xfrm>
          <a:custGeom>
            <a:avLst/>
            <a:gdLst/>
            <a:ahLst/>
            <a:cxnLst/>
            <a:rect l="l" t="t" r="r" b="b"/>
            <a:pathLst>
              <a:path w="4580845" h="1306684">
                <a:moveTo>
                  <a:pt x="0" y="0"/>
                </a:moveTo>
                <a:lnTo>
                  <a:pt x="4580846" y="0"/>
                </a:lnTo>
                <a:lnTo>
                  <a:pt x="4580846" y="1306684"/>
                </a:lnTo>
                <a:lnTo>
                  <a:pt x="0" y="1306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215</Words>
  <Application>Microsoft Office PowerPoint</Application>
  <PresentationFormat>Custom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Aristotelica Pro Bold</vt:lpstr>
      <vt:lpstr>Aristotelica Pro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vinhack 2026 template</dc:title>
  <dc:creator>Raahul Karthick</dc:creator>
  <cp:lastModifiedBy>Raahul Karthick</cp:lastModifiedBy>
  <cp:revision>2</cp:revision>
  <dcterms:created xsi:type="dcterms:W3CDTF">2006-08-16T00:00:00Z</dcterms:created>
  <dcterms:modified xsi:type="dcterms:W3CDTF">2026-09-18T21:07:04Z</dcterms:modified>
  <dc:identifier>DAHVhpV8P-M</dc:identifier>
</cp:coreProperties>
</file>